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0016806f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0016806f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0016806f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0016806f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0016806f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0016806f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0016806f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0016806f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0016806f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0016806f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qafacintranetmvp.figma.site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B8D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92247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QAFAC Intranet Design Project</a:t>
            </a:r>
            <a:r>
              <a:rPr lang="en-GB"/>
              <a:t> 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0" y="3003750"/>
            <a:ext cx="57834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Technology Internship Presentation</a:t>
            </a:r>
            <a:endParaRPr sz="22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1680300" y="3778450"/>
            <a:ext cx="57834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999999"/>
                </a:solidFill>
              </a:rPr>
              <a:t>Inci Ozdemir </a:t>
            </a:r>
            <a:endParaRPr sz="19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B8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Me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410450" y="1392775"/>
            <a:ext cx="4345800" cy="33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Integrated Computer Science Student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Trinity College Dublin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Former QNB Intern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Technology Intern at QAFAC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550" y="1392775"/>
            <a:ext cx="2181125" cy="2602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B8D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Overview 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28850" y="2786250"/>
            <a:ext cx="8286300" cy="19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478"/>
              <a:t>Challenge:</a:t>
            </a:r>
            <a:endParaRPr b="1" sz="6478"/>
          </a:p>
          <a:p>
            <a:pPr indent="-33143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6478"/>
              <a:t>Information spread across multiple systems</a:t>
            </a:r>
            <a:endParaRPr sz="6478"/>
          </a:p>
          <a:p>
            <a:pPr indent="-33143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6478"/>
              <a:t>Limited visibility of employee resources</a:t>
            </a:r>
            <a:endParaRPr sz="6478"/>
          </a:p>
          <a:p>
            <a:pPr indent="-33143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6478"/>
              <a:t>Opportunities to improve employee experience</a:t>
            </a:r>
            <a:endParaRPr sz="6478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167700" y="1340150"/>
            <a:ext cx="8808600" cy="11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Goal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Design a centralized, employee-focused digital workplace that improves accessibility, usability, and engagement.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B8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 &amp; Methodology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2895750" y="1144125"/>
            <a:ext cx="3352500" cy="3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GB" sz="1355"/>
              <a:t>Discovery</a:t>
            </a:r>
            <a:endParaRPr sz="135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/>
              <a:t>↓</a:t>
            </a:r>
            <a:endParaRPr sz="135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/>
              <a:t>Requirements Gathering</a:t>
            </a:r>
            <a:endParaRPr sz="135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/>
              <a:t>↓</a:t>
            </a:r>
            <a:endParaRPr sz="135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/>
              <a:t>Criticality Assessment</a:t>
            </a:r>
            <a:endParaRPr sz="135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/>
              <a:t>↓</a:t>
            </a:r>
            <a:endParaRPr sz="135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/>
              <a:t>Design &amp; Prototyping</a:t>
            </a:r>
            <a:endParaRPr sz="135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/>
              <a:t>↓</a:t>
            </a:r>
            <a:endParaRPr sz="135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/>
              <a:t>Feedback &amp; Iteration</a:t>
            </a:r>
            <a:endParaRPr sz="135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355"/>
              <a:t>↓</a:t>
            </a:r>
            <a:endParaRPr sz="1355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-GB" sz="1355"/>
              <a:t>Implementation Research</a:t>
            </a:r>
            <a:endParaRPr sz="1355"/>
          </a:p>
        </p:txBody>
      </p:sp>
      <p:sp>
        <p:nvSpPr>
          <p:cNvPr id="86" name="Google Shape;86;p16"/>
          <p:cNvSpPr txBox="1"/>
          <p:nvPr/>
        </p:nvSpPr>
        <p:spPr>
          <a:xfrm>
            <a:off x="8014575" y="4454625"/>
            <a:ext cx="8307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DEMO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B8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Learnings &amp; Outcomes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Technical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SharePoint Online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APIs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RBAC &amp; Entra ID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Copilot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Business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Requirements Gathering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Stakeholder Engagement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Preparation of project proposals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Enterprise Architecture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B8D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Q&amp;A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Thank you for your time!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